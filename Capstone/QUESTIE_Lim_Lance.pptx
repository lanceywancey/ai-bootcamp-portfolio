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Glacial Indifference Bold" charset="1" panose="00000800000000000000"/>
      <p:regular r:id="rId11"/>
    </p:embeddedFont>
    <p:embeddedFont>
      <p:font typeface="Aileron Bold" charset="1" panose="00000800000000000000"/>
      <p:regular r:id="rId12"/>
    </p:embeddedFont>
    <p:embeddedFont>
      <p:font typeface="Aileron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9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03366" y="3975126"/>
            <a:ext cx="9632504" cy="445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20"/>
              </a:lnSpc>
            </a:pPr>
            <a:r>
              <a:rPr lang="en-US" b="true" sz="14000" spc="-14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QUESTIE</a:t>
            </a:r>
          </a:p>
          <a:p>
            <a:pPr algn="ctr" marL="0" indent="0" lvl="0">
              <a:lnSpc>
                <a:spcPts val="7986"/>
              </a:lnSpc>
            </a:pPr>
          </a:p>
          <a:p>
            <a:pPr algn="ctr" marL="0" indent="0" lvl="0">
              <a:lnSpc>
                <a:spcPts val="4088"/>
              </a:lnSpc>
            </a:pPr>
            <a:r>
              <a:rPr lang="en-US" b="true" sz="5600" spc="-56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BY</a:t>
            </a:r>
          </a:p>
          <a:p>
            <a:pPr algn="ctr" marL="0" indent="0" lvl="0">
              <a:lnSpc>
                <a:spcPts val="4088"/>
              </a:lnSpc>
            </a:pPr>
            <a:r>
              <a:rPr lang="en-US" b="true" sz="5600" spc="-56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LANCE LIM</a:t>
            </a:r>
          </a:p>
          <a:p>
            <a:pPr algn="ctr" marL="0" indent="0" lvl="0">
              <a:lnSpc>
                <a:spcPts val="798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702992" y="8686233"/>
            <a:ext cx="2778740" cy="115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73"/>
              </a:lnSpc>
            </a:pPr>
            <a:r>
              <a:rPr lang="en-US" b="true" sz="5853" spc="-59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QUESTIE</a:t>
            </a:r>
          </a:p>
          <a:p>
            <a:pPr algn="just" marL="0" indent="0" lvl="0">
              <a:lnSpc>
                <a:spcPts val="4273"/>
              </a:lnSpc>
            </a:pPr>
            <a:r>
              <a:rPr lang="en-US" b="true" sz="5853" spc="-59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1935295"/>
            <a:ext cx="1881575" cy="2822362"/>
          </a:xfrm>
          <a:custGeom>
            <a:avLst/>
            <a:gdLst/>
            <a:ahLst/>
            <a:cxnLst/>
            <a:rect r="r" b="b" t="t" l="l"/>
            <a:pathLst>
              <a:path h="2822362" w="1881575">
                <a:moveTo>
                  <a:pt x="0" y="0"/>
                </a:moveTo>
                <a:lnTo>
                  <a:pt x="1881575" y="0"/>
                </a:lnTo>
                <a:lnTo>
                  <a:pt x="1881575" y="2822362"/>
                </a:lnTo>
                <a:lnTo>
                  <a:pt x="0" y="2822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1" t="0" r="-53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2713" y="7624294"/>
            <a:ext cx="2231367" cy="3006452"/>
          </a:xfrm>
          <a:custGeom>
            <a:avLst/>
            <a:gdLst/>
            <a:ahLst/>
            <a:cxnLst/>
            <a:rect r="r" b="b" t="t" l="l"/>
            <a:pathLst>
              <a:path h="3006452" w="2231367">
                <a:moveTo>
                  <a:pt x="0" y="0"/>
                </a:moveTo>
                <a:lnTo>
                  <a:pt x="2231366" y="0"/>
                </a:lnTo>
                <a:lnTo>
                  <a:pt x="2231366" y="3006452"/>
                </a:lnTo>
                <a:lnTo>
                  <a:pt x="0" y="300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3" r="0" b="-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21564" y="920501"/>
            <a:ext cx="2092373" cy="2029588"/>
          </a:xfrm>
          <a:custGeom>
            <a:avLst/>
            <a:gdLst/>
            <a:ahLst/>
            <a:cxnLst/>
            <a:rect r="r" b="b" t="t" l="l"/>
            <a:pathLst>
              <a:path h="2029588" w="2092373">
                <a:moveTo>
                  <a:pt x="0" y="0"/>
                </a:moveTo>
                <a:lnTo>
                  <a:pt x="2092374" y="0"/>
                </a:lnTo>
                <a:lnTo>
                  <a:pt x="2092374" y="2029588"/>
                </a:lnTo>
                <a:lnTo>
                  <a:pt x="0" y="202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" t="0" r="-6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50123" y="5647121"/>
            <a:ext cx="1381743" cy="1774491"/>
          </a:xfrm>
          <a:custGeom>
            <a:avLst/>
            <a:gdLst/>
            <a:ahLst/>
            <a:cxnLst/>
            <a:rect r="r" b="b" t="t" l="l"/>
            <a:pathLst>
              <a:path h="1774491" w="1381743">
                <a:moveTo>
                  <a:pt x="0" y="0"/>
                </a:moveTo>
                <a:lnTo>
                  <a:pt x="1381743" y="0"/>
                </a:lnTo>
                <a:lnTo>
                  <a:pt x="1381743" y="1774491"/>
                </a:lnTo>
                <a:lnTo>
                  <a:pt x="0" y="177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" r="0" b="-7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90879" y="3837857"/>
            <a:ext cx="1797121" cy="2786084"/>
          </a:xfrm>
          <a:custGeom>
            <a:avLst/>
            <a:gdLst/>
            <a:ahLst/>
            <a:cxnLst/>
            <a:rect r="r" b="b" t="t" l="l"/>
            <a:pathLst>
              <a:path h="2786084" w="1797121">
                <a:moveTo>
                  <a:pt x="0" y="0"/>
                </a:moveTo>
                <a:lnTo>
                  <a:pt x="1797121" y="0"/>
                </a:lnTo>
                <a:lnTo>
                  <a:pt x="1797121" y="2786083"/>
                </a:lnTo>
                <a:lnTo>
                  <a:pt x="0" y="27860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7" t="0" r="-28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42380" y="-37451"/>
            <a:ext cx="1906763" cy="2359990"/>
          </a:xfrm>
          <a:custGeom>
            <a:avLst/>
            <a:gdLst/>
            <a:ahLst/>
            <a:cxnLst/>
            <a:rect r="r" b="b" t="t" l="l"/>
            <a:pathLst>
              <a:path h="2359990" w="1906763">
                <a:moveTo>
                  <a:pt x="0" y="0"/>
                </a:moveTo>
                <a:lnTo>
                  <a:pt x="1906764" y="0"/>
                </a:lnTo>
                <a:lnTo>
                  <a:pt x="1906764" y="2359990"/>
                </a:lnTo>
                <a:lnTo>
                  <a:pt x="0" y="23599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8" r="0" b="-2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25003" y="1298603"/>
            <a:ext cx="2133649" cy="2047873"/>
          </a:xfrm>
          <a:custGeom>
            <a:avLst/>
            <a:gdLst/>
            <a:ahLst/>
            <a:cxnLst/>
            <a:rect r="r" b="b" t="t" l="l"/>
            <a:pathLst>
              <a:path h="2047873" w="2133649">
                <a:moveTo>
                  <a:pt x="0" y="0"/>
                </a:moveTo>
                <a:lnTo>
                  <a:pt x="2133650" y="0"/>
                </a:lnTo>
                <a:lnTo>
                  <a:pt x="2133650" y="2047873"/>
                </a:lnTo>
                <a:lnTo>
                  <a:pt x="0" y="20478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4" t="0" r="-5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23078" y="7385826"/>
            <a:ext cx="1365248" cy="2047873"/>
          </a:xfrm>
          <a:custGeom>
            <a:avLst/>
            <a:gdLst/>
            <a:ahLst/>
            <a:cxnLst/>
            <a:rect r="r" b="b" t="t" l="l"/>
            <a:pathLst>
              <a:path h="2047873" w="1365248">
                <a:moveTo>
                  <a:pt x="0" y="0"/>
                </a:moveTo>
                <a:lnTo>
                  <a:pt x="1365248" y="0"/>
                </a:lnTo>
                <a:lnTo>
                  <a:pt x="1365248" y="2047873"/>
                </a:lnTo>
                <a:lnTo>
                  <a:pt x="0" y="20478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31" t="0" r="-53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836166" y="7961056"/>
            <a:ext cx="2172362" cy="2594487"/>
          </a:xfrm>
          <a:custGeom>
            <a:avLst/>
            <a:gdLst/>
            <a:ahLst/>
            <a:cxnLst/>
            <a:rect r="r" b="b" t="t" l="l"/>
            <a:pathLst>
              <a:path h="2594487" w="2172362">
                <a:moveTo>
                  <a:pt x="0" y="0"/>
                </a:moveTo>
                <a:lnTo>
                  <a:pt x="2172362" y="0"/>
                </a:lnTo>
                <a:lnTo>
                  <a:pt x="2172362" y="2594488"/>
                </a:lnTo>
                <a:lnTo>
                  <a:pt x="0" y="25944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" r="0" b="-62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9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41730" y="499668"/>
            <a:ext cx="3128874" cy="18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68"/>
              </a:lnSpc>
            </a:pPr>
            <a:r>
              <a:rPr lang="en-US" b="true" sz="1471" spc="-4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QUESTIE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55133" y="5254891"/>
            <a:ext cx="4618498" cy="2107013"/>
          </a:xfrm>
          <a:custGeom>
            <a:avLst/>
            <a:gdLst/>
            <a:ahLst/>
            <a:cxnLst/>
            <a:rect r="r" b="b" t="t" l="l"/>
            <a:pathLst>
              <a:path h="2107013" w="4618498">
                <a:moveTo>
                  <a:pt x="0" y="0"/>
                </a:moveTo>
                <a:lnTo>
                  <a:pt x="4618498" y="0"/>
                </a:lnTo>
                <a:lnTo>
                  <a:pt x="4618498" y="2107013"/>
                </a:lnTo>
                <a:lnTo>
                  <a:pt x="0" y="2107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" t="0" r="-13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60651" y="4748081"/>
            <a:ext cx="2007462" cy="17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41"/>
              </a:lnSpc>
            </a:pPr>
            <a:r>
              <a:rPr lang="en-US" b="true" sz="1474" spc="-8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NO PERSONALIZATION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8751" y="7628604"/>
            <a:ext cx="4742061" cy="181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</a:pPr>
            <a:r>
              <a:rPr lang="en-US" sz="24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Existing games offer no real customization. Players are stuck in worlds they didn't create, following paths they didn't choose.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30870" y="7628604"/>
            <a:ext cx="4591262" cy="145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</a:pPr>
            <a:r>
              <a:rPr lang="en-US" sz="24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Interactive fiction locks you into a single track. No room for branching choices or real creative agency.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88864" y="7628604"/>
            <a:ext cx="4591262" cy="145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</a:pPr>
            <a:r>
              <a:rPr lang="en-US" sz="24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24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abletop RPGs need a group and a DM. Solo, on-demand storytelling has no home that actually works.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40754" y="4843331"/>
            <a:ext cx="3944258" cy="17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41"/>
              </a:lnSpc>
            </a:pPr>
            <a:r>
              <a:rPr lang="en-US" b="true" sz="1474" spc="-8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TOO RIGID &amp; LINEAR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12366" y="4843331"/>
            <a:ext cx="3944258" cy="17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41"/>
              </a:lnSpc>
            </a:pPr>
            <a:r>
              <a:rPr lang="en-US" b="true" sz="1474" spc="-8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NO STRUCTURE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44261" y="4440464"/>
            <a:ext cx="1748513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6156483" y="4440464"/>
            <a:ext cx="0" cy="4204146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2148689" y="4440464"/>
            <a:ext cx="0" cy="4204146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6903634" y="5250315"/>
            <a:ext cx="4618498" cy="2111589"/>
          </a:xfrm>
          <a:custGeom>
            <a:avLst/>
            <a:gdLst/>
            <a:ahLst/>
            <a:cxnLst/>
            <a:rect r="r" b="b" t="t" l="l"/>
            <a:pathLst>
              <a:path h="2111589" w="4618498">
                <a:moveTo>
                  <a:pt x="0" y="0"/>
                </a:moveTo>
                <a:lnTo>
                  <a:pt x="4618498" y="0"/>
                </a:lnTo>
                <a:lnTo>
                  <a:pt x="4618498" y="2111589"/>
                </a:lnTo>
                <a:lnTo>
                  <a:pt x="0" y="21115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9" r="0" b="-16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88864" y="5254891"/>
            <a:ext cx="4591262" cy="2107013"/>
          </a:xfrm>
          <a:custGeom>
            <a:avLst/>
            <a:gdLst/>
            <a:ahLst/>
            <a:cxnLst/>
            <a:rect r="r" b="b" t="t" l="l"/>
            <a:pathLst>
              <a:path h="2107013" w="4591262">
                <a:moveTo>
                  <a:pt x="0" y="0"/>
                </a:moveTo>
                <a:lnTo>
                  <a:pt x="4591262" y="0"/>
                </a:lnTo>
                <a:lnTo>
                  <a:pt x="4591262" y="2107013"/>
                </a:lnTo>
                <a:lnTo>
                  <a:pt x="0" y="2107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" t="0" r="-18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0918" y="2332223"/>
            <a:ext cx="12549427" cy="2096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29"/>
              </a:lnSpc>
            </a:pPr>
            <a:r>
              <a:rPr lang="en-US" b="true" sz="19492" spc="-116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90712" y="499668"/>
            <a:ext cx="2629931" cy="18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368"/>
              </a:lnSpc>
            </a:pPr>
            <a:r>
              <a:rPr lang="en-US" b="true" sz="1471" spc="-4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QUESTIE APP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9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41730" y="452529"/>
            <a:ext cx="3128874" cy="23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13"/>
              </a:lnSpc>
            </a:pPr>
            <a:r>
              <a:rPr lang="en-US" b="true" sz="1735" spc="-52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QUESTIE APP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7972" y="3417274"/>
            <a:ext cx="12516038" cy="589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814" indent="-330407" lvl="1">
              <a:lnSpc>
                <a:spcPts val="4744"/>
              </a:lnSpc>
              <a:buAutoNum type="arabicPeriod" startAt="1"/>
            </a:pPr>
            <a:r>
              <a:rPr lang="en-US" b="true" sz="306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The player selects a genre, setting, character class, tone, and difficulty.</a:t>
            </a:r>
          </a:p>
          <a:p>
            <a:pPr algn="l" marL="660814" indent="-330407" lvl="1">
              <a:lnSpc>
                <a:spcPts val="4744"/>
              </a:lnSpc>
              <a:buAutoNum type="arabicPeriod" startAt="1"/>
            </a:pPr>
            <a:r>
              <a:rPr lang="en-US" b="true" sz="306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Questie </a:t>
            </a:r>
            <a:r>
              <a:rPr lang="en-US" b="true" sz="306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sends these choices to the Groq AI API, which generates the opening story, objective, characters, inventory, and suggested actions.</a:t>
            </a:r>
          </a:p>
          <a:p>
            <a:pPr algn="l" marL="660814" indent="-330407" lvl="1">
              <a:lnSpc>
                <a:spcPts val="4744"/>
              </a:lnSpc>
              <a:buAutoNum type="arabicPeriod" startAt="1"/>
            </a:pPr>
            <a:r>
              <a:rPr lang="en-US" b="true" sz="306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The player can choose a suggested action or enter a custom response.</a:t>
            </a:r>
          </a:p>
          <a:p>
            <a:pPr algn="l" marL="660814" indent="-330407" lvl="1">
              <a:lnSpc>
                <a:spcPts val="4744"/>
              </a:lnSpc>
              <a:buAutoNum type="arabicPeriod" startAt="1"/>
            </a:pPr>
            <a:r>
              <a:rPr lang="en-US" b="true" sz="306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The application tracks the player’s health, inventory, location, decisions, and story progress to generate a consistent outcome.</a:t>
            </a:r>
          </a:p>
          <a:p>
            <a:pPr algn="l">
              <a:lnSpc>
                <a:spcPts val="364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729205" y="1028700"/>
            <a:ext cx="3991438" cy="8740767"/>
          </a:xfrm>
          <a:custGeom>
            <a:avLst/>
            <a:gdLst/>
            <a:ahLst/>
            <a:cxnLst/>
            <a:rect r="r" b="b" t="t" l="l"/>
            <a:pathLst>
              <a:path h="8740767" w="3991438">
                <a:moveTo>
                  <a:pt x="0" y="0"/>
                </a:moveTo>
                <a:lnTo>
                  <a:pt x="3991438" y="0"/>
                </a:lnTo>
                <a:lnTo>
                  <a:pt x="3991438" y="8740767"/>
                </a:lnTo>
                <a:lnTo>
                  <a:pt x="0" y="8740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0" t="0" r="-23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0918" y="2263220"/>
            <a:ext cx="12893618" cy="118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30"/>
              </a:lnSpc>
            </a:pPr>
            <a:r>
              <a:rPr lang="en-US" b="true" sz="11000" spc="-66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Questie: How it works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90712" y="452529"/>
            <a:ext cx="2629931" cy="23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13"/>
              </a:lnSpc>
            </a:pPr>
            <a:r>
              <a:rPr lang="en-US" b="true" sz="1735" spc="-52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QUESTIE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9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22667" y="4645850"/>
            <a:ext cx="9527120" cy="168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31"/>
              </a:lnSpc>
            </a:pPr>
            <a:r>
              <a:rPr lang="en-US" b="true" sz="15660" spc="-158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LIVE DEMO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1664" y="8686233"/>
            <a:ext cx="2778740" cy="115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73"/>
              </a:lnSpc>
            </a:pPr>
            <a:r>
              <a:rPr lang="en-US" b="true" sz="5853" spc="-59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QUESTIE</a:t>
            </a:r>
          </a:p>
          <a:p>
            <a:pPr algn="just" marL="0" indent="0" lvl="0">
              <a:lnSpc>
                <a:spcPts val="4273"/>
              </a:lnSpc>
            </a:pPr>
            <a:r>
              <a:rPr lang="en-US" b="true" sz="5853" spc="-59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1935295"/>
            <a:ext cx="1881575" cy="2822362"/>
          </a:xfrm>
          <a:custGeom>
            <a:avLst/>
            <a:gdLst/>
            <a:ahLst/>
            <a:cxnLst/>
            <a:rect r="r" b="b" t="t" l="l"/>
            <a:pathLst>
              <a:path h="2822362" w="1881575">
                <a:moveTo>
                  <a:pt x="0" y="0"/>
                </a:moveTo>
                <a:lnTo>
                  <a:pt x="1881575" y="0"/>
                </a:lnTo>
                <a:lnTo>
                  <a:pt x="1881575" y="2822362"/>
                </a:lnTo>
                <a:lnTo>
                  <a:pt x="0" y="2822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1" t="0" r="-53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78257" y="1028700"/>
            <a:ext cx="2092373" cy="2029588"/>
          </a:xfrm>
          <a:custGeom>
            <a:avLst/>
            <a:gdLst/>
            <a:ahLst/>
            <a:cxnLst/>
            <a:rect r="r" b="b" t="t" l="l"/>
            <a:pathLst>
              <a:path h="2029588" w="2092373">
                <a:moveTo>
                  <a:pt x="0" y="0"/>
                </a:moveTo>
                <a:lnTo>
                  <a:pt x="2092373" y="0"/>
                </a:lnTo>
                <a:lnTo>
                  <a:pt x="2092373" y="2029588"/>
                </a:lnTo>
                <a:lnTo>
                  <a:pt x="0" y="2029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" t="0" r="-6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50123" y="5647121"/>
            <a:ext cx="1381743" cy="1774491"/>
          </a:xfrm>
          <a:custGeom>
            <a:avLst/>
            <a:gdLst/>
            <a:ahLst/>
            <a:cxnLst/>
            <a:rect r="r" b="b" t="t" l="l"/>
            <a:pathLst>
              <a:path h="1774491" w="1381743">
                <a:moveTo>
                  <a:pt x="0" y="0"/>
                </a:moveTo>
                <a:lnTo>
                  <a:pt x="1381743" y="0"/>
                </a:lnTo>
                <a:lnTo>
                  <a:pt x="1381743" y="1774491"/>
                </a:lnTo>
                <a:lnTo>
                  <a:pt x="0" y="177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5" r="0" b="-7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90879" y="4967816"/>
            <a:ext cx="1797121" cy="2786084"/>
          </a:xfrm>
          <a:custGeom>
            <a:avLst/>
            <a:gdLst/>
            <a:ahLst/>
            <a:cxnLst/>
            <a:rect r="r" b="b" t="t" l="l"/>
            <a:pathLst>
              <a:path h="2786084" w="1797121">
                <a:moveTo>
                  <a:pt x="0" y="0"/>
                </a:moveTo>
                <a:lnTo>
                  <a:pt x="1797121" y="0"/>
                </a:lnTo>
                <a:lnTo>
                  <a:pt x="1797121" y="2786083"/>
                </a:lnTo>
                <a:lnTo>
                  <a:pt x="0" y="2786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7" t="0" r="-28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42380" y="-37451"/>
            <a:ext cx="1906763" cy="2359990"/>
          </a:xfrm>
          <a:custGeom>
            <a:avLst/>
            <a:gdLst/>
            <a:ahLst/>
            <a:cxnLst/>
            <a:rect r="r" b="b" t="t" l="l"/>
            <a:pathLst>
              <a:path h="2359990" w="1906763">
                <a:moveTo>
                  <a:pt x="0" y="0"/>
                </a:moveTo>
                <a:lnTo>
                  <a:pt x="1906764" y="0"/>
                </a:lnTo>
                <a:lnTo>
                  <a:pt x="1906764" y="2359990"/>
                </a:lnTo>
                <a:lnTo>
                  <a:pt x="0" y="23599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8" r="0" b="-2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27727" y="1331551"/>
            <a:ext cx="2133649" cy="2047873"/>
          </a:xfrm>
          <a:custGeom>
            <a:avLst/>
            <a:gdLst/>
            <a:ahLst/>
            <a:cxnLst/>
            <a:rect r="r" b="b" t="t" l="l"/>
            <a:pathLst>
              <a:path h="2047873" w="2133649">
                <a:moveTo>
                  <a:pt x="0" y="0"/>
                </a:moveTo>
                <a:lnTo>
                  <a:pt x="2133650" y="0"/>
                </a:lnTo>
                <a:lnTo>
                  <a:pt x="2133650" y="2047873"/>
                </a:lnTo>
                <a:lnTo>
                  <a:pt x="0" y="20478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4" t="0" r="-5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95762" y="8507671"/>
            <a:ext cx="1365248" cy="2047873"/>
          </a:xfrm>
          <a:custGeom>
            <a:avLst/>
            <a:gdLst/>
            <a:ahLst/>
            <a:cxnLst/>
            <a:rect r="r" b="b" t="t" l="l"/>
            <a:pathLst>
              <a:path h="2047873" w="1365248">
                <a:moveTo>
                  <a:pt x="0" y="0"/>
                </a:moveTo>
                <a:lnTo>
                  <a:pt x="1365249" y="0"/>
                </a:lnTo>
                <a:lnTo>
                  <a:pt x="1365249" y="2047873"/>
                </a:lnTo>
                <a:lnTo>
                  <a:pt x="0" y="20478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31" t="0" r="-53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36166" y="7961056"/>
            <a:ext cx="2172362" cy="2594487"/>
          </a:xfrm>
          <a:custGeom>
            <a:avLst/>
            <a:gdLst/>
            <a:ahLst/>
            <a:cxnLst/>
            <a:rect r="r" b="b" t="t" l="l"/>
            <a:pathLst>
              <a:path h="2594487" w="2172362">
                <a:moveTo>
                  <a:pt x="0" y="0"/>
                </a:moveTo>
                <a:lnTo>
                  <a:pt x="2172362" y="0"/>
                </a:lnTo>
                <a:lnTo>
                  <a:pt x="2172362" y="2594488"/>
                </a:lnTo>
                <a:lnTo>
                  <a:pt x="0" y="25944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2" r="0" b="-62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9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22667" y="4645850"/>
            <a:ext cx="9527120" cy="168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31"/>
              </a:lnSpc>
            </a:pPr>
            <a:r>
              <a:rPr lang="en-US" b="true" sz="15660" spc="-158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1664" y="8686233"/>
            <a:ext cx="2778740" cy="115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73"/>
              </a:lnSpc>
            </a:pPr>
            <a:r>
              <a:rPr lang="en-US" b="true" sz="5853" spc="-59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QUESTIE</a:t>
            </a:r>
          </a:p>
          <a:p>
            <a:pPr algn="just" marL="0" indent="0" lvl="0">
              <a:lnSpc>
                <a:spcPts val="4273"/>
              </a:lnSpc>
            </a:pPr>
            <a:r>
              <a:rPr lang="en-US" b="true" sz="5853" spc="-59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1935295"/>
            <a:ext cx="1881575" cy="2822362"/>
          </a:xfrm>
          <a:custGeom>
            <a:avLst/>
            <a:gdLst/>
            <a:ahLst/>
            <a:cxnLst/>
            <a:rect r="r" b="b" t="t" l="l"/>
            <a:pathLst>
              <a:path h="2822362" w="1881575">
                <a:moveTo>
                  <a:pt x="0" y="0"/>
                </a:moveTo>
                <a:lnTo>
                  <a:pt x="1881575" y="0"/>
                </a:lnTo>
                <a:lnTo>
                  <a:pt x="1881575" y="2822362"/>
                </a:lnTo>
                <a:lnTo>
                  <a:pt x="0" y="2822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1" t="0" r="-53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78257" y="1028700"/>
            <a:ext cx="2092373" cy="2029588"/>
          </a:xfrm>
          <a:custGeom>
            <a:avLst/>
            <a:gdLst/>
            <a:ahLst/>
            <a:cxnLst/>
            <a:rect r="r" b="b" t="t" l="l"/>
            <a:pathLst>
              <a:path h="2029588" w="2092373">
                <a:moveTo>
                  <a:pt x="0" y="0"/>
                </a:moveTo>
                <a:lnTo>
                  <a:pt x="2092373" y="0"/>
                </a:lnTo>
                <a:lnTo>
                  <a:pt x="2092373" y="2029588"/>
                </a:lnTo>
                <a:lnTo>
                  <a:pt x="0" y="2029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" t="0" r="-6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50123" y="5647121"/>
            <a:ext cx="1381743" cy="1774491"/>
          </a:xfrm>
          <a:custGeom>
            <a:avLst/>
            <a:gdLst/>
            <a:ahLst/>
            <a:cxnLst/>
            <a:rect r="r" b="b" t="t" l="l"/>
            <a:pathLst>
              <a:path h="1774491" w="1381743">
                <a:moveTo>
                  <a:pt x="0" y="0"/>
                </a:moveTo>
                <a:lnTo>
                  <a:pt x="1381743" y="0"/>
                </a:lnTo>
                <a:lnTo>
                  <a:pt x="1381743" y="1774491"/>
                </a:lnTo>
                <a:lnTo>
                  <a:pt x="0" y="177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5" r="0" b="-7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90879" y="4967816"/>
            <a:ext cx="1797121" cy="2786084"/>
          </a:xfrm>
          <a:custGeom>
            <a:avLst/>
            <a:gdLst/>
            <a:ahLst/>
            <a:cxnLst/>
            <a:rect r="r" b="b" t="t" l="l"/>
            <a:pathLst>
              <a:path h="2786084" w="1797121">
                <a:moveTo>
                  <a:pt x="0" y="0"/>
                </a:moveTo>
                <a:lnTo>
                  <a:pt x="1797121" y="0"/>
                </a:lnTo>
                <a:lnTo>
                  <a:pt x="1797121" y="2786083"/>
                </a:lnTo>
                <a:lnTo>
                  <a:pt x="0" y="2786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7" t="0" r="-28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42380" y="-37451"/>
            <a:ext cx="1906763" cy="2359990"/>
          </a:xfrm>
          <a:custGeom>
            <a:avLst/>
            <a:gdLst/>
            <a:ahLst/>
            <a:cxnLst/>
            <a:rect r="r" b="b" t="t" l="l"/>
            <a:pathLst>
              <a:path h="2359990" w="1906763">
                <a:moveTo>
                  <a:pt x="0" y="0"/>
                </a:moveTo>
                <a:lnTo>
                  <a:pt x="1906764" y="0"/>
                </a:lnTo>
                <a:lnTo>
                  <a:pt x="1906764" y="2359990"/>
                </a:lnTo>
                <a:lnTo>
                  <a:pt x="0" y="23599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8" r="0" b="-2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27727" y="1331551"/>
            <a:ext cx="2133649" cy="2047873"/>
          </a:xfrm>
          <a:custGeom>
            <a:avLst/>
            <a:gdLst/>
            <a:ahLst/>
            <a:cxnLst/>
            <a:rect r="r" b="b" t="t" l="l"/>
            <a:pathLst>
              <a:path h="2047873" w="2133649">
                <a:moveTo>
                  <a:pt x="0" y="0"/>
                </a:moveTo>
                <a:lnTo>
                  <a:pt x="2133650" y="0"/>
                </a:lnTo>
                <a:lnTo>
                  <a:pt x="2133650" y="2047873"/>
                </a:lnTo>
                <a:lnTo>
                  <a:pt x="0" y="20478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4" t="0" r="-5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95762" y="8507671"/>
            <a:ext cx="1365248" cy="2047873"/>
          </a:xfrm>
          <a:custGeom>
            <a:avLst/>
            <a:gdLst/>
            <a:ahLst/>
            <a:cxnLst/>
            <a:rect r="r" b="b" t="t" l="l"/>
            <a:pathLst>
              <a:path h="2047873" w="1365248">
                <a:moveTo>
                  <a:pt x="0" y="0"/>
                </a:moveTo>
                <a:lnTo>
                  <a:pt x="1365249" y="0"/>
                </a:lnTo>
                <a:lnTo>
                  <a:pt x="1365249" y="2047873"/>
                </a:lnTo>
                <a:lnTo>
                  <a:pt x="0" y="20478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31" t="0" r="-53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36166" y="7961056"/>
            <a:ext cx="2172362" cy="2594487"/>
          </a:xfrm>
          <a:custGeom>
            <a:avLst/>
            <a:gdLst/>
            <a:ahLst/>
            <a:cxnLst/>
            <a:rect r="r" b="b" t="t" l="l"/>
            <a:pathLst>
              <a:path h="2594487" w="2172362">
                <a:moveTo>
                  <a:pt x="0" y="0"/>
                </a:moveTo>
                <a:lnTo>
                  <a:pt x="2172362" y="0"/>
                </a:lnTo>
                <a:lnTo>
                  <a:pt x="2172362" y="2594488"/>
                </a:lnTo>
                <a:lnTo>
                  <a:pt x="0" y="25944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2" r="0" b="-6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DAHRhw4aJR8</dc:identifier>
  <dcterms:modified xsi:type="dcterms:W3CDTF">2011-08-01T06:04:30Z</dcterms:modified>
  <cp:revision>1</cp:revision>
  <dc:title>QUESTIE</dc:title>
</cp:coreProperties>
</file>